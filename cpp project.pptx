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58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/>
    <p:restoredTop sz="94664"/>
  </p:normalViewPr>
  <p:slideViewPr>
    <p:cSldViewPr snapToGrid="0">
      <p:cViewPr varScale="1">
        <p:scale>
          <a:sx n="122" d="100"/>
          <a:sy n="122" d="100"/>
        </p:scale>
        <p:origin x="216" y="6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358190"/>
            <a:ext cx="8520600" cy="21849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Online Ticket Booking System (C++)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Console Based Reservation System</a:t>
            </a:r>
          </a:p>
          <a:p>
            <a:r>
              <a:rPr lang="en-IN" b="1" dirty="0">
                <a:solidFill>
                  <a:schemeClr val="tx1"/>
                </a:solidFill>
              </a:rPr>
              <a:t>Submitted By:</a:t>
            </a:r>
            <a:r>
              <a:rPr lang="en-IN" dirty="0">
                <a:solidFill>
                  <a:schemeClr val="tx1"/>
                </a:solidFill>
              </a:rPr>
              <a:t> Mukesh Chaudhary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Roll Number:</a:t>
            </a:r>
            <a:r>
              <a:rPr lang="en-IN" dirty="0">
                <a:solidFill>
                  <a:schemeClr val="tx1"/>
                </a:solidFill>
              </a:rPr>
              <a:t> 150096725056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Cohort Batch:</a:t>
            </a:r>
            <a:r>
              <a:rPr lang="en-IN" dirty="0">
                <a:solidFill>
                  <a:schemeClr val="tx1"/>
                </a:solidFill>
              </a:rPr>
              <a:t> Demis Hassabis</a:t>
            </a:r>
          </a:p>
          <a:p>
            <a:r>
              <a:rPr lang="en-IN" b="1" dirty="0" err="1">
                <a:solidFill>
                  <a:schemeClr val="tx1"/>
                </a:solidFill>
              </a:rPr>
              <a:t>B.Tech</a:t>
            </a:r>
            <a:r>
              <a:rPr lang="en-IN" b="1" dirty="0">
                <a:solidFill>
                  <a:schemeClr val="tx1"/>
                </a:solidFill>
              </a:rPr>
              <a:t> CSE (2025–2029)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Semester II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6183-5F64-A29D-1C56-CEF624700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D71BE-7D43-A8BD-4023-17584C822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 many events and reservation systems, managing seat availability is important.</a:t>
            </a:r>
          </a:p>
          <a:p>
            <a:r>
              <a:rPr lang="en-IN" dirty="0"/>
              <a:t>Manual ticket booking systems may cause:</a:t>
            </a:r>
          </a:p>
          <a:p>
            <a:r>
              <a:rPr lang="en-IN" dirty="0"/>
              <a:t>Seat overbooking</a:t>
            </a:r>
          </a:p>
          <a:p>
            <a:r>
              <a:rPr lang="en-IN" dirty="0"/>
              <a:t>Incorrect availability tracking</a:t>
            </a:r>
          </a:p>
          <a:p>
            <a:r>
              <a:rPr lang="en-IN" dirty="0"/>
              <a:t>Slow booking process</a:t>
            </a:r>
          </a:p>
          <a:p>
            <a:r>
              <a:rPr lang="en-IN" dirty="0"/>
              <a:t>A digital system is needed to efficiently manage ticket bookings and cancellations.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58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38D1-DE05-B527-A96F-8EFFBB62F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09A68-D807-7262-17AE-CA2D53E3C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Objective</a:t>
            </a:r>
          </a:p>
          <a:p>
            <a:r>
              <a:rPr lang="en-IN" dirty="0"/>
              <a:t>To develop a </a:t>
            </a:r>
            <a:r>
              <a:rPr lang="en-IN" b="1" dirty="0"/>
              <a:t>console-based Online Ticket Booking System using C++</a:t>
            </a:r>
            <a:r>
              <a:rPr lang="en-IN" dirty="0"/>
              <a:t> that:</a:t>
            </a:r>
          </a:p>
          <a:p>
            <a:r>
              <a:rPr lang="en-IN" dirty="0"/>
              <a:t>Manages event seat availability</a:t>
            </a:r>
          </a:p>
          <a:p>
            <a:r>
              <a:rPr lang="en-IN" dirty="0"/>
              <a:t>Allows users to book tickets</a:t>
            </a:r>
          </a:p>
          <a:p>
            <a:r>
              <a:rPr lang="en-IN" dirty="0"/>
              <a:t>Allows users to cancel tickets</a:t>
            </a:r>
          </a:p>
          <a:p>
            <a:r>
              <a:rPr lang="en-IN" dirty="0"/>
              <a:t>Displays remaining seat availability</a:t>
            </a:r>
          </a:p>
          <a:p>
            <a:r>
              <a:rPr lang="en-IN" dirty="0"/>
              <a:t>The system demonstrates the use of </a:t>
            </a:r>
            <a:r>
              <a:rPr lang="en-IN" b="1" dirty="0"/>
              <a:t>basic C++ programming concepts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577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1015-B6AA-762A-79FB-85AEC5BF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49FD0-6239-E98A-0965-7512A523F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Proposed Solution</a:t>
            </a:r>
          </a:p>
          <a:p>
            <a:r>
              <a:rPr lang="en-IN" dirty="0"/>
              <a:t>The Online Ticket Booking System is developed using </a:t>
            </a:r>
            <a:r>
              <a:rPr lang="en-IN" b="1" dirty="0"/>
              <a:t>C++ programming language</a:t>
            </a:r>
            <a:r>
              <a:rPr lang="en-IN" dirty="0"/>
              <a:t>.</a:t>
            </a:r>
          </a:p>
          <a:p>
            <a:r>
              <a:rPr lang="en-IN" dirty="0"/>
              <a:t>The system provides a </a:t>
            </a:r>
            <a:r>
              <a:rPr lang="en-IN" b="1" dirty="0"/>
              <a:t>menu-driven interface</a:t>
            </a:r>
            <a:r>
              <a:rPr lang="en-IN" dirty="0"/>
              <a:t> where users can perform operations like:</a:t>
            </a:r>
          </a:p>
          <a:p>
            <a:r>
              <a:rPr lang="en-IN" dirty="0"/>
              <a:t>Booking tickets</a:t>
            </a:r>
          </a:p>
          <a:p>
            <a:r>
              <a:rPr lang="en-IN" dirty="0"/>
              <a:t>Cancelling tickets</a:t>
            </a:r>
          </a:p>
          <a:p>
            <a:r>
              <a:rPr lang="en-IN" dirty="0"/>
              <a:t>Checking seat availability</a:t>
            </a:r>
          </a:p>
          <a:p>
            <a:r>
              <a:rPr lang="en-IN" dirty="0"/>
              <a:t>Seat availability is tracked using simple program logic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22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8DAA7-8EDD-E3C8-6F00-A6D2C69B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1386F-CB35-3406-80DD-60BFA5957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/>
              <a:t>Features of the System</a:t>
            </a:r>
          </a:p>
          <a:p>
            <a:r>
              <a:rPr lang="en-IN" dirty="0"/>
              <a:t>Key features of the system include:</a:t>
            </a:r>
          </a:p>
          <a:p>
            <a:r>
              <a:rPr lang="en-IN" dirty="0"/>
              <a:t>Ticket booking functionality</a:t>
            </a:r>
          </a:p>
          <a:p>
            <a:r>
              <a:rPr lang="en-IN" dirty="0"/>
              <a:t>Ticket cancellation</a:t>
            </a:r>
          </a:p>
          <a:p>
            <a:r>
              <a:rPr lang="en-IN" dirty="0"/>
              <a:t>Seat availability tracking</a:t>
            </a:r>
          </a:p>
          <a:p>
            <a:r>
              <a:rPr lang="en-IN" dirty="0"/>
              <a:t>Simple user interaction through menu</a:t>
            </a:r>
          </a:p>
          <a:p>
            <a:r>
              <a:rPr lang="en-IN" dirty="0"/>
              <a:t>Automatic update of remaining seats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24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1952-2B51-D001-AEB2-6465E3D6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49409-73C0-CF55-1E2F-D9E087F02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/>
              <a:t>Working of the System</a:t>
            </a:r>
          </a:p>
          <a:p>
            <a:r>
              <a:rPr lang="en-IN" dirty="0"/>
              <a:t>The system works as follows:</a:t>
            </a:r>
          </a:p>
          <a:p>
            <a:r>
              <a:rPr lang="en-IN" dirty="0"/>
              <a:t>Display the total available seats</a:t>
            </a:r>
          </a:p>
          <a:p>
            <a:r>
              <a:rPr lang="en-IN" dirty="0"/>
              <a:t>Show menu options to the user</a:t>
            </a:r>
          </a:p>
          <a:p>
            <a:r>
              <a:rPr lang="en-IN" dirty="0"/>
              <a:t>Accept the user's choice</a:t>
            </a:r>
          </a:p>
          <a:p>
            <a:r>
              <a:rPr lang="en-IN" dirty="0"/>
              <a:t>Perform booking or cancellation</a:t>
            </a:r>
          </a:p>
          <a:p>
            <a:r>
              <a:rPr lang="en-IN" dirty="0"/>
              <a:t>Update seat availability</a:t>
            </a:r>
          </a:p>
          <a:p>
            <a:r>
              <a:rPr lang="en-IN" dirty="0"/>
              <a:t>Display confirmation message</a:t>
            </a:r>
          </a:p>
          <a:p>
            <a:r>
              <a:rPr lang="en-IN" dirty="0"/>
              <a:t>The program continues until the user selects </a:t>
            </a:r>
            <a:r>
              <a:rPr lang="en-IN" b="1" dirty="0"/>
              <a:t>Exit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8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2165E-F075-EFFA-EBB1-34B6EDA20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E65C3-C8CF-04A5-1916-975C61747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/>
              <a:t>Technologies Used</a:t>
            </a:r>
          </a:p>
          <a:p>
            <a:r>
              <a:rPr lang="en-IN" dirty="0"/>
              <a:t>The project is implemented using:</a:t>
            </a:r>
          </a:p>
          <a:p>
            <a:pPr marL="114300" indent="0">
              <a:buNone/>
            </a:pPr>
            <a:r>
              <a:rPr lang="en-IN" b="1" dirty="0"/>
              <a:t>Programming Language</a:t>
            </a:r>
            <a:endParaRPr lang="en-IN" dirty="0"/>
          </a:p>
          <a:p>
            <a:pPr marL="114300" indent="0">
              <a:buNone/>
            </a:pPr>
            <a:r>
              <a:rPr lang="en-IN" dirty="0"/>
              <a:t>C++</a:t>
            </a:r>
          </a:p>
          <a:p>
            <a:pPr marL="114300" indent="0">
              <a:buNone/>
            </a:pPr>
            <a:r>
              <a:rPr lang="en-IN" b="1" dirty="0"/>
              <a:t>Concepts Used</a:t>
            </a:r>
            <a:endParaRPr lang="en-IN" dirty="0"/>
          </a:p>
          <a:p>
            <a:r>
              <a:rPr lang="en-IN" dirty="0"/>
              <a:t>Arrays</a:t>
            </a:r>
          </a:p>
          <a:p>
            <a:r>
              <a:rPr lang="en-IN" dirty="0"/>
              <a:t>Loops</a:t>
            </a:r>
          </a:p>
          <a:p>
            <a:r>
              <a:rPr lang="en-IN" dirty="0"/>
              <a:t>Conditional Statements</a:t>
            </a:r>
          </a:p>
          <a:p>
            <a:r>
              <a:rPr lang="en-IN" dirty="0"/>
              <a:t>Menu Driven Programming</a:t>
            </a:r>
          </a:p>
          <a:p>
            <a:r>
              <a:rPr lang="en-IN" dirty="0"/>
              <a:t>Input / Output Handling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27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4FC3-9C3C-EF0C-5621-B084EDC3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BC942-C313-7813-8928-E49520901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/>
              <a:t>Example Output</a:t>
            </a:r>
          </a:p>
          <a:p>
            <a:r>
              <a:rPr lang="en-IN" dirty="0"/>
              <a:t>Example system output:</a:t>
            </a:r>
          </a:p>
          <a:p>
            <a:r>
              <a:rPr lang="en-IN" dirty="0"/>
              <a:t>Booking Confirmed!</a:t>
            </a:r>
            <a:br>
              <a:rPr lang="en-IN" dirty="0"/>
            </a:br>
            <a:r>
              <a:rPr lang="en-IN" dirty="0"/>
              <a:t>Seats Remaining: 45</a:t>
            </a:r>
          </a:p>
          <a:p>
            <a:r>
              <a:rPr lang="en-IN" dirty="0"/>
              <a:t>or</a:t>
            </a:r>
          </a:p>
          <a:p>
            <a:r>
              <a:rPr lang="en-IN" dirty="0"/>
              <a:t>Ticket Cancelled Successfully!</a:t>
            </a:r>
            <a:br>
              <a:rPr lang="en-IN" dirty="0"/>
            </a:br>
            <a:r>
              <a:rPr lang="en-IN" dirty="0"/>
              <a:t>Seats Remaining: 46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47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5817-368C-A693-8138-C2473FEE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1D279-60B8-3450-30B3-545665AA7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b="1" dirty="0"/>
              <a:t>Learning Outcomes</a:t>
            </a:r>
          </a:p>
          <a:p>
            <a:r>
              <a:rPr lang="en-IN" dirty="0"/>
              <a:t>Through this project, students learn:</a:t>
            </a:r>
          </a:p>
          <a:p>
            <a:r>
              <a:rPr lang="en-IN" dirty="0"/>
              <a:t>Reservation system logic</a:t>
            </a:r>
          </a:p>
          <a:p>
            <a:r>
              <a:rPr lang="en-IN" dirty="0"/>
              <a:t>Seat availability management</a:t>
            </a:r>
          </a:p>
          <a:p>
            <a:r>
              <a:rPr lang="en-IN" dirty="0"/>
              <a:t>Menu-driven programming</a:t>
            </a:r>
          </a:p>
          <a:p>
            <a:r>
              <a:rPr lang="en-IN" dirty="0"/>
              <a:t>Validation of user inputs</a:t>
            </a:r>
          </a:p>
          <a:p>
            <a:r>
              <a:rPr lang="en-IN" dirty="0"/>
              <a:t>Implementation of C++ programming fundamentals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8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316</Words>
  <Application>Microsoft Macintosh PowerPoint</Application>
  <PresentationFormat>On-screen Show (16:9)</PresentationFormat>
  <Paragraphs>62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Sneha Chaturvedi</cp:lastModifiedBy>
  <cp:revision>2</cp:revision>
  <dcterms:modified xsi:type="dcterms:W3CDTF">2026-03-11T18:06:25Z</dcterms:modified>
</cp:coreProperties>
</file>